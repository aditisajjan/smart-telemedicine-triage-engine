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8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6007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09603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98570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85606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84860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91591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60399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41779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73064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63623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6517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85645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7800" y="2828380"/>
            <a:ext cx="5459737" cy="25663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6408965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5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95764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41225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39996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64127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37005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178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60" y="1"/>
            <a:ext cx="1202540" cy="856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526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  <p:sldLayoutId id="2147483791" r:id="rId13"/>
    <p:sldLayoutId id="2147483792" r:id="rId14"/>
    <p:sldLayoutId id="2147483793" r:id="rId15"/>
    <p:sldLayoutId id="2147483794" r:id="rId16"/>
    <p:sldLayoutId id="2147483795" r:id="rId17"/>
    <p:sldLayoutId id="2147483796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7950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05604" y="2857500"/>
            <a:ext cx="2286000" cy="22860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3314700"/>
            <a:ext cx="1371600" cy="1371600"/>
          </a:xfrm>
          <a:prstGeom prst="ellipse">
            <a:avLst/>
          </a:prstGeom>
          <a:solidFill>
            <a:srgbClr val="00A896">
              <a:alpha val="40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5029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347472"/>
            <a:ext cx="16459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Telemedicine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Engine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E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pre-consultation screening for safer telemedicine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61589" y="416052"/>
            <a:ext cx="1645920" cy="38404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1589" y="39449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HEALATHON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TELEMED  ·  Aditi · Aishwarya · Sharrel  ·  CSE &amp; AIML, 2nd Sem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3D4A"/>
          </a:solidFill>
          <a:ln w="12700">
            <a:solidFill>
              <a:srgbClr val="0A3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lacks intelligent pre-screening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EF3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54480"/>
            <a:ext cx="265176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1783080"/>
            <a:ext cx="731520" cy="73152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6167"/>
                </a:solidFill>
              </a:rPr>
              <a:t>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3D4A"/>
                </a:solidFill>
              </a:rPr>
              <a:t>No Screening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Patients book teleconsults without any prior assessment of symptom severity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72968" y="155448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EF3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554480"/>
            <a:ext cx="265176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33088" y="1783080"/>
            <a:ext cx="731520" cy="73152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6167"/>
                </a:solidFill>
              </a:rPr>
              <a:t>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10128" y="2697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3D4A"/>
                </a:solidFill>
              </a:rPr>
              <a:t>Delayed Care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10128" y="31546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Emergency patients lose critical time in the wrong consultation queue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25896" y="155448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EF3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25896" y="1554480"/>
            <a:ext cx="265176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86016" y="1783080"/>
            <a:ext cx="731520" cy="73152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86016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6167"/>
                </a:solidFill>
              </a:rPr>
              <a:t>X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63056" y="2697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3D4A"/>
                </a:solidFill>
              </a:rPr>
              <a:t>Wasted Resources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63056" y="31546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Doctors spend time on cases needing physical examination or emergency care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5" grpId="0" animBg="1"/>
      <p:bldP spid="16" grpId="0" animBg="1"/>
      <p:bldP spid="21" grpId="0" animBg="1"/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OUR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4A"/>
                </a:solidFill>
              </a:rPr>
              <a:t>Smart Triage Engine — embedded in the booking flow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40233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E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508760"/>
            <a:ext cx="82296" cy="3108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symptoms, severity, age &amp; medical history
</a:t>
            </a: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a risk score (0–100) using ML
</a:t>
            </a: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patients to the right care level automatically
</a:t>
            </a: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unsafe or unnecessary teleconsultations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5087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</a:rPr>
              <a:t>Triage outcomes: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920240"/>
            <a:ext cx="402336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920240"/>
            <a:ext cx="82296" cy="731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965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</a:rPr>
              <a:t>Safe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22677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Teleconsultation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4023360" cy="73152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834640"/>
            <a:ext cx="82296" cy="73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2880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</a:rPr>
              <a:t>Visit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83480" y="31821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In-person needed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749040"/>
            <a:ext cx="4023360" cy="73152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3749040"/>
            <a:ext cx="82296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3794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</a:rPr>
              <a:t>Emergency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83480" y="4096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Go immediately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3D4A"/>
          </a:solidFill>
          <a:ln w="12700">
            <a:solidFill>
              <a:srgbClr val="0A3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INNOVATION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4A"/>
                </a:solidFill>
              </a:rPr>
              <a:t>What makes us different?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285292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Practo / Apollo 24/7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Our App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</a:rPr>
                        <a:t>Pre-booking screening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</a:rPr>
                        <a:t>AI-powered triage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</a:rPr>
                        <a:t>Symptom analysis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</a:rPr>
                        <a:t>Manual by doctor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</a:rPr>
                        <a:t>Automated ML model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</a:rPr>
                        <a:t>Risk scoring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</a:rPr>
                        <a:t>Not available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</a:rPr>
                        <a:t>0–100 score + breakdown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</a:rPr>
                        <a:t>Care routing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</a:rPr>
                        <a:t>Patient decides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</a:rPr>
                        <a:t>System recommends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</a:rPr>
                        <a:t>Emergency detection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</a:rPr>
                        <a:t>No gate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</a:rPr>
                        <a:t>Flags immediately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HOW IT WORKS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4A"/>
                </a:solidFill>
              </a:rPr>
              <a:t>4-step workflow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E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600200"/>
            <a:ext cx="914400" cy="914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240280" y="1984248"/>
            <a:ext cx="22860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6974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3D4A"/>
                </a:solidFill>
              </a:rPr>
              <a:t>Input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9768" y="3154680"/>
            <a:ext cx="170078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Patient enters symptoms, severity (1–5), duration, medical history &amp; surgery info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141732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E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71800" y="1600200"/>
            <a:ext cx="914400" cy="914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180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389120" y="1984248"/>
            <a:ext cx="22860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26974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3D4A"/>
                </a:solidFill>
              </a:rPr>
              <a:t>ML Scoring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78608" y="3154680"/>
            <a:ext cx="170078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Random Forest model computes risk score (0–100) from 8 weighted features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141732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E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20640" y="1600200"/>
            <a:ext cx="914400" cy="914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6537960" y="1984248"/>
            <a:ext cx="22860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6974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3D4A"/>
                </a:solidFill>
              </a:rPr>
              <a:t>Triage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27448" y="3154680"/>
            <a:ext cx="170078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Score maps to: Teleconsult (&lt;40), In-person (40–69), Emergency (70+)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66560" y="141732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E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269480" y="1600200"/>
            <a:ext cx="914400" cy="914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6948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858000" y="26974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3D4A"/>
                </a:solidFill>
              </a:rPr>
              <a:t>Action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76288" y="3154680"/>
            <a:ext cx="170078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Patient sees recommendation + confidence %, then books the right care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3D4A"/>
          </a:solidFill>
          <a:ln w="12700">
            <a:solidFill>
              <a:srgbClr val="0A3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TECH STACK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4A"/>
                </a:solidFill>
              </a:rPr>
              <a:t>Built with Python + Machine Learning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EF3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265176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819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4A"/>
                </a:solidFill>
              </a:rPr>
              <a:t>Python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98424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Core language &amp; triage logic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72968" y="141732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EF3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1417320"/>
            <a:ext cx="265176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5819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4A"/>
                </a:solidFill>
              </a:rPr>
              <a:t>Scikit-learn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10128" y="198424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Random Forest ML classifier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25896" y="141732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EF3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25896" y="1417320"/>
            <a:ext cx="265176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63056" y="15819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4A"/>
                </a:solidFill>
              </a:rPr>
              <a:t>Pandas &amp; NumPy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63056" y="198424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Data processing &amp; features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EF3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17520"/>
            <a:ext cx="265176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821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4A"/>
                </a:solidFill>
              </a:rPr>
              <a:t>Streamlit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358444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Interactive web dashboard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72968" y="301752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EF3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72968" y="3017520"/>
            <a:ext cx="265176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31821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4A"/>
                </a:solidFill>
              </a:rPr>
              <a:t>Matplotlib / Plotly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310128" y="358444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Risk score visualization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25896" y="301752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EF3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25896" y="3017520"/>
            <a:ext cx="2651760" cy="640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63056" y="31821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4A"/>
                </a:solidFill>
              </a:rPr>
              <a:t>Simulated Dataset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163056" y="358444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500 patient records for training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ML MODEL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4A"/>
                </a:solidFill>
              </a:rPr>
              <a:t>Random Forest Classifier — how it works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E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8 Input Features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29968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96596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5"/>
                </a:solidFill>
              </a:rPr>
              <a:t>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196596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High risk if ≥60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59152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29514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5"/>
                </a:solidFill>
              </a:rPr>
              <a:t>Symptom severity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229514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Scale 1–5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88336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62432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5"/>
                </a:solidFill>
              </a:rPr>
              <a:t>High-risk symptoms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262432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Chest pain, Breathlessness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95351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5"/>
                </a:solidFill>
              </a:rPr>
              <a:t>Medium-risk symptoms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295351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Fever, Vomiting, etc.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46704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28269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5"/>
                </a:solidFill>
              </a:rPr>
              <a:t>Chronic conditions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94560" y="328269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Heart disease, Cancer, etc.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75888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361188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5"/>
                </a:solidFill>
              </a:rPr>
              <a:t>Duration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94560" y="361188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Prolonged = higher risk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005072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394106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5"/>
                </a:solidFill>
              </a:rPr>
              <a:t>Recent surgery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94560" y="394106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Adds to score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334256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427024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5"/>
                </a:solidFill>
              </a:rPr>
              <a:t>Low-risk symptoms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194560" y="427024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Fatigue, Rash, etc.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141732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E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1508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3 Output Classes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892040" y="2011680"/>
            <a:ext cx="3749040" cy="68580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2011680"/>
            <a:ext cx="82296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4920" y="204825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Class 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74920" y="2286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Safe — Teleconsult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132320" y="221284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Score &lt; 40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92040" y="2880360"/>
            <a:ext cx="3749040" cy="68580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92040" y="2880360"/>
            <a:ext cx="82296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74920" y="291693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Class 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74920" y="3154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</a:rPr>
              <a:t>In-person visit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132320" y="308152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Score 40–69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892040" y="3749040"/>
            <a:ext cx="3749040" cy="6858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92040" y="3749040"/>
            <a:ext cx="82296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74920" y="37856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</a:rPr>
              <a:t>Class 2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74920" y="4023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Emergency care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132320" y="39502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Score ≥ 70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892040" y="4572000"/>
            <a:ext cx="3749040" cy="411480"/>
          </a:xfrm>
          <a:prstGeom prst="rect">
            <a:avLst/>
          </a:prstGeom>
          <a:solidFill>
            <a:srgbClr val="EDE9FE"/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83480" y="4572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28D9"/>
                </a:solidFill>
              </a:rPr>
              <a:t>Also outputs confidence % for each class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3D4A"/>
          </a:solidFill>
          <a:ln w="12700">
            <a:solidFill>
              <a:srgbClr val="0A3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IMPLEMENTATION FEASIBILITY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4A"/>
                </a:solidFill>
              </a:rPr>
              <a:t>Fully working prototype — ready to demo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EF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457200" cy="457200"/>
          </a:xfrm>
          <a:prstGeom prst="ellipse">
            <a:avLst/>
          </a:prstGeom>
          <a:solidFill>
            <a:srgbClr val="E1F5EE"/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33272" y="1554480"/>
            <a:ext cx="1801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4A"/>
                </a:solidFill>
              </a:rPr>
              <a:t>Login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7568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Profile creation with age, blood group, contact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72968" y="141732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EF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0128" y="1554480"/>
            <a:ext cx="457200" cy="457200"/>
          </a:xfrm>
          <a:prstGeom prst="ellipse">
            <a:avLst/>
          </a:prstGeom>
          <a:solidFill>
            <a:srgbClr val="E1F5EE"/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86200" y="1554480"/>
            <a:ext cx="1801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4A"/>
                </a:solidFill>
              </a:rPr>
              <a:t>Home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10128" y="207568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3 action cards + live metrics dashboard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25896" y="141732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EF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554480"/>
            <a:ext cx="457200" cy="457200"/>
          </a:xfrm>
          <a:prstGeom prst="ellipse">
            <a:avLst/>
          </a:prstGeom>
          <a:solidFill>
            <a:srgbClr val="E1F5EE"/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39128" y="1554480"/>
            <a:ext cx="1801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4A"/>
                </a:solidFill>
              </a:rPr>
              <a:t>Triage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63056" y="207568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2-step symptom input + ML result + score breakdown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01752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EF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154680"/>
            <a:ext cx="457200" cy="457200"/>
          </a:xfrm>
          <a:prstGeom prst="ellipse">
            <a:avLst/>
          </a:prstGeom>
          <a:solidFill>
            <a:srgbClr val="E1F5EE"/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33272" y="3154680"/>
            <a:ext cx="1801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4A"/>
                </a:solidFill>
              </a:rPr>
              <a:t>Doctors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367588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Live availability, specialization, one-click booking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72968" y="301752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EF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10128" y="3154680"/>
            <a:ext cx="457200" cy="457200"/>
          </a:xfrm>
          <a:prstGeom prst="ellipse">
            <a:avLst/>
          </a:prstGeom>
          <a:solidFill>
            <a:srgbClr val="E1F5EE"/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86200" y="3154680"/>
            <a:ext cx="1801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4A"/>
                </a:solidFill>
              </a:rPr>
              <a:t>History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10128" y="367588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All past assessments with badges and scores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25896" y="301752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EF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63056" y="3154680"/>
            <a:ext cx="457200" cy="457200"/>
          </a:xfrm>
          <a:prstGeom prst="ellipse">
            <a:avLst/>
          </a:prstGeom>
          <a:solidFill>
            <a:srgbClr val="E1F5EE"/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3056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39128" y="3154680"/>
            <a:ext cx="1801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4A"/>
                </a:solidFill>
              </a:rPr>
              <a:t>Profile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163056" y="367588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User info with edit capability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SCALABILITY &amp; FUTURE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4A"/>
                </a:solidFill>
              </a:rPr>
              <a:t>What's next for the platform?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E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82296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361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API Integration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Expose triage engine as a REST API — any telemedicine platform can plug 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331720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E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331720"/>
            <a:ext cx="82296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048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Real Patient Data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6974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Replace simulated dataset with anonymized clinical data for higher model accuracy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200400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E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200400"/>
            <a:ext cx="82296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735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</a:rPr>
              <a:t>Multilingual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5661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Add support for Tamil, Hindi and other regional languages for Indian patients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4069080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E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4069080"/>
            <a:ext cx="82296" cy="7132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1422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</a:rPr>
              <a:t>More Symptoms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4348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Expand symptom library and add follow-up questions for better precision</a:t>
            </a:r>
            <a:endParaRPr lang="en-US" sz="1200" dirty="0"/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3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3872" y="1874520"/>
            <a:ext cx="3200400" cy="32004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 doesn’t make sure they just connect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to doctors 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first decides whether they should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 the doctor in person-without wasting any bodies time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3474720"/>
            <a:ext cx="2011680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474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That's the gap we fill.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ADB8"/>
                </a:solidFill>
              </a:rPr>
              <a:t>Team TELEMED  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134</TotalTime>
  <Words>564</Words>
  <Application>Microsoft Office PowerPoint</Application>
  <PresentationFormat>On-screen Show (16:9)</PresentationFormat>
  <Paragraphs>150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Healathon - Smart Telemedicine Triage Engine</dc:title>
  <dc:subject>PptxGenJS Presentation</dc:subject>
  <dc:creator>PptxGenJS</dc:creator>
  <cp:lastModifiedBy>Aishwarya Mohan</cp:lastModifiedBy>
  <cp:revision>4</cp:revision>
  <dcterms:created xsi:type="dcterms:W3CDTF">2026-03-14T04:52:30Z</dcterms:created>
  <dcterms:modified xsi:type="dcterms:W3CDTF">2026-03-14T08:34:39Z</dcterms:modified>
</cp:coreProperties>
</file>